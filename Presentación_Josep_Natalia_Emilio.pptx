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93" r:id="rId2"/>
    <p:sldId id="294" r:id="rId3"/>
    <p:sldId id="300" r:id="rId4"/>
    <p:sldId id="298" r:id="rId5"/>
    <p:sldId id="296" r:id="rId6"/>
    <p:sldId id="297" r:id="rId7"/>
    <p:sldId id="301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50" d="100"/>
          <a:sy n="50" d="100"/>
        </p:scale>
        <p:origin x="2216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52A97-D65A-EB78-2304-A224174B5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3D443A-BC47-77D3-BD34-7CA9C33EC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AFF214-89B1-50A0-E40C-507290DA3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406-00C4-4981-AC6E-3FC5D6CCCA7A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03DA81-9941-7116-2566-30FC0969E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A1E41D-4840-6881-3856-FDC0B8DC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5B05-373E-4747-890B-0A2BC36F21C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9276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126C0-C904-4E7C-A75B-95973DA4F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B7BDF2-D857-FEF3-01A4-333BF653A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93FFAB-7766-CDE0-B81F-143653F09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406-00C4-4981-AC6E-3FC5D6CCCA7A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4D5F2-D863-2758-2BDD-0E0651FD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A1E6B-5F8B-4A0D-7C35-25948626B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5B05-373E-4747-890B-0A2BC36F21C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595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3978F6-B868-131B-79B6-FB1FCD695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ED3623-954A-DC87-F446-834C7AC28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4FA170-671C-2FC1-D4AD-408E8641B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406-00C4-4981-AC6E-3FC5D6CCCA7A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2D67BB-21FA-AC6B-71DF-AE4EC09D4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43C395-F9F1-9DC8-C838-4E081766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5B05-373E-4747-890B-0A2BC36F21C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0427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9813C-F5F1-CE91-EB82-96B78BD2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EB26C8-E3FD-F578-1B46-4DBB65627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1352CEF-C0DB-588A-1278-BF4A6B00F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9BC8EB-8C71-C0CF-3EA7-0E039C83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406-00C4-4981-AC6E-3FC5D6CCCA7A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3368CF-4B2D-9367-1CA6-B4B61855E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883F99-2DBB-9404-3D90-C6BF9761C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5B05-373E-4747-890B-0A2BC36F21C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7831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02E37-FDA5-231D-4564-C04227A48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DBF286-96E2-6D9B-7371-63D6FA2DE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80A9C9-EBDB-2EEF-F76C-300A872FC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6190DAE-8DF0-091C-97EF-5E3525B2E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C6DF655-769C-0C33-FACC-C1E1DF13D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AC85D14-B408-341F-AD20-DEB4C72D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406-00C4-4981-AC6E-3FC5D6CCCA7A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044F4F-AE24-0E75-DFB7-4B012F354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D2949A4-0B8C-6B63-D8B6-1060050E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5B05-373E-4747-890B-0A2BC36F21C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3077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56DBF-055E-CAB6-1BE6-D7D51BE3A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088053D-6F08-A4E9-7F4E-380461AD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406-00C4-4981-AC6E-3FC5D6CCCA7A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09B4D6-22AF-C00A-74F8-00AF448F6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14C4C9-C1CD-8DD7-2A8E-160A15274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5B05-373E-4747-890B-0A2BC36F21C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7436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43473D9-E1A2-43B2-27F4-D3A5E6AC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406-00C4-4981-AC6E-3FC5D6CCCA7A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FBF339-C436-3E4D-943D-E3A85A52E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04B612-7B0A-0A55-36A2-15B16101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5B05-373E-4747-890B-0A2BC36F21C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2859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413E0-EDCE-C60C-D720-F0B5B1B83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69829D-35CC-5FEC-6D83-F86489BD3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B3565F-0AC1-A831-CC98-58296E7D1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00C550-CCAF-28B9-76E1-D2548A4CF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406-00C4-4981-AC6E-3FC5D6CCCA7A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79B0AA-6D76-2338-12F3-52772D8FB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451AF0-AE31-085A-69F5-224A631B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5B05-373E-4747-890B-0A2BC36F21C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468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EF776-D18F-FDC0-1212-77C27691A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F2CCF81-0771-0068-BD77-2FD595D568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D599D0-038A-1ADE-EC80-936BCDA5E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8A1098-D0D0-28AA-504D-BFC6814C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406-00C4-4981-AC6E-3FC5D6CCCA7A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CBACF4-484A-A0CA-10C8-C1BF086D4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F605F8-21B3-A83E-1AB8-293E0FD0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5B05-373E-4747-890B-0A2BC36F21C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4896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DD3E2-1B96-AFBC-C539-82DD3FC4A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A92A15-B2A6-765B-4204-272289832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4336EA-679C-FBEE-BC1D-28F169BBD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406-00C4-4981-AC6E-3FC5D6CCCA7A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023AAB-C707-472D-C533-A2770C7A9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F38F3E-08DA-FF2A-B98F-23522BE2F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5B05-373E-4747-890B-0A2BC36F21C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2082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97AECF-92C6-07C1-DF49-521B7F2547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CB04F9D-810A-8170-E688-9A9F827CD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982B8A-BFDD-31FA-390D-6FC22515E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406-00C4-4981-AC6E-3FC5D6CCCA7A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49D5B8-EA98-B6FE-1E17-00137FBF5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BF31A6-A594-84D6-7CB6-8E1CC590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5B05-373E-4747-890B-0A2BC36F21C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5138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s-ES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21916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F9E0739-671B-6F2E-5B29-CFA6B03F1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DB8A3B-76B8-7B6E-B7D9-344DB1418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9D8A84-BBB4-3C94-4FE6-C6AC86774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E22406-00C4-4981-AC6E-3FC5D6CCCA7A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5C3B7B-825F-5650-D884-690FD19A4A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E52BED-212E-49E4-B95E-60697C23A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205B05-373E-4747-890B-0A2BC36F21C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077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taliaSJO/Taller4_N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E7DA2AC-32BC-E935-D164-C260EA98E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02024"/>
            <a:ext cx="12192000" cy="766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19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82FEFED-A361-81DA-C998-3F5E32DB8EED}"/>
              </a:ext>
            </a:extLst>
          </p:cNvPr>
          <p:cNvSpPr txBox="1"/>
          <p:nvPr/>
        </p:nvSpPr>
        <p:spPr>
          <a:xfrm>
            <a:off x="447040" y="443925"/>
            <a:ext cx="10982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Ejemplos de graficas de entrenamiento: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ADD384C-47AE-BA26-B145-27F3A3CF9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274761"/>
            <a:ext cx="5735271" cy="32416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8E70CBF-0D70-F24B-EFBE-DB3306F53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910" y="3172400"/>
            <a:ext cx="5735271" cy="324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81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1C7CE-CED9-3EC8-1D49-FB557EBC5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0A2ABE1-5A71-5D86-B37A-CE2B9FBE3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08" y="2807183"/>
            <a:ext cx="9799584" cy="302211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A1326CF-CBC0-790F-346D-DD40928DB4D2}"/>
              </a:ext>
            </a:extLst>
          </p:cNvPr>
          <p:cNvSpPr txBox="1"/>
          <p:nvPr/>
        </p:nvSpPr>
        <p:spPr>
          <a:xfrm>
            <a:off x="447040" y="443925"/>
            <a:ext cx="10982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Resultado en test competición para el mejor modelo: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996E77C-BADC-19C0-203F-E5E65519D452}"/>
              </a:ext>
            </a:extLst>
          </p:cNvPr>
          <p:cNvSpPr txBox="1"/>
          <p:nvPr/>
        </p:nvSpPr>
        <p:spPr>
          <a:xfrm>
            <a:off x="447040" y="1312565"/>
            <a:ext cx="98679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El mejor modelo con respecto al MAE es el de entrada 10 y salida 90 días con un MAE de 0.001262</a:t>
            </a:r>
          </a:p>
          <a:p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2106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766A7-405A-B1A5-2109-2A0565CDA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DF8F515-80EF-0C11-BE50-5B14E46BE8AF}"/>
              </a:ext>
            </a:extLst>
          </p:cNvPr>
          <p:cNvSpPr txBox="1"/>
          <p:nvPr/>
        </p:nvSpPr>
        <p:spPr>
          <a:xfrm>
            <a:off x="447040" y="443925"/>
            <a:ext cx="10982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Modelos útiles por ventanas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1C4A7F9-F702-3CE0-3A52-197CCBE36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" y="1644352"/>
            <a:ext cx="5562598" cy="229240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38789A4-B925-A4C3-9FB1-C74D8780C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733" y="1644352"/>
            <a:ext cx="5462267" cy="22510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463F469-C5E5-4A01-1118-CD8E79C5F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" y="3936760"/>
            <a:ext cx="5509260" cy="227042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D5E383B-921C-56EB-F653-B2E632269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0673" y="4006891"/>
            <a:ext cx="5509260" cy="227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16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1CA01-3835-EA17-2558-18B08E6D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219B9B4-B6D6-D1CA-66E5-65F90CB6F58C}"/>
              </a:ext>
            </a:extLst>
          </p:cNvPr>
          <p:cNvSpPr txBox="1"/>
          <p:nvPr/>
        </p:nvSpPr>
        <p:spPr>
          <a:xfrm>
            <a:off x="739140" y="693420"/>
            <a:ext cx="8770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Investigación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346E07-9729-175F-449A-0ED2EB42753D}"/>
              </a:ext>
            </a:extLst>
          </p:cNvPr>
          <p:cNvSpPr txBox="1"/>
          <p:nvPr/>
        </p:nvSpPr>
        <p:spPr>
          <a:xfrm>
            <a:off x="876300" y="1604665"/>
            <a:ext cx="9867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Tecnicas</a:t>
            </a:r>
            <a:r>
              <a:rPr lang="es-ES" dirty="0"/>
              <a:t> usadas: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Diferenciacion</a:t>
            </a:r>
            <a:r>
              <a:rPr lang="es-ES" dirty="0"/>
              <a:t> fraccional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Denoising</a:t>
            </a:r>
            <a:r>
              <a:rPr lang="es-ES" dirty="0"/>
              <a:t> Marchenko-</a:t>
            </a:r>
            <a:r>
              <a:rPr lang="es-ES" dirty="0" err="1"/>
              <a:t>Pastur</a:t>
            </a:r>
            <a:r>
              <a:rPr lang="es-ES" dirty="0"/>
              <a:t>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B75CA52-48C1-155F-72D8-B19FCFD03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2794667"/>
            <a:ext cx="5613400" cy="358485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DE008BD-6FF0-94C5-326A-4CC88E5B5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364" y="2794667"/>
            <a:ext cx="6236636" cy="352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924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60329-0A78-8ECD-CDFF-42638FC42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5A0ADFB-E29C-C6CA-DD3C-5FA39A75FDC3}"/>
              </a:ext>
            </a:extLst>
          </p:cNvPr>
          <p:cNvSpPr txBox="1"/>
          <p:nvPr/>
        </p:nvSpPr>
        <p:spPr>
          <a:xfrm>
            <a:off x="739140" y="693420"/>
            <a:ext cx="8770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Cartera: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39201BB-D2AE-DB98-4930-9EC61ED64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26" y="1700206"/>
            <a:ext cx="11753147" cy="446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243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62907-FBA9-136B-500E-A961ED2B7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901BFB4-655D-42F3-1376-ADE8C33A3160}"/>
              </a:ext>
            </a:extLst>
          </p:cNvPr>
          <p:cNvSpPr txBox="1"/>
          <p:nvPr/>
        </p:nvSpPr>
        <p:spPr>
          <a:xfrm>
            <a:off x="739140" y="693420"/>
            <a:ext cx="8770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Enlace al </a:t>
            </a:r>
            <a:r>
              <a:rPr lang="es-ES" sz="3200" dirty="0" err="1"/>
              <a:t>github</a:t>
            </a:r>
            <a:r>
              <a:rPr lang="es-ES" sz="3200" dirty="0"/>
              <a:t>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B54A46-2BE7-D573-9EE5-83348A4D6C62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2"/>
              </a:rPr>
              <a:t>https://github.com/NataliaSJO/Taller4_NN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12008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66</Words>
  <Application>Microsoft Office PowerPoint</Application>
  <PresentationFormat>Panorámica</PresentationFormat>
  <Paragraphs>12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 Pérez Segura</dc:creator>
  <cp:lastModifiedBy>Josep Pérez Segura</cp:lastModifiedBy>
  <cp:revision>2</cp:revision>
  <dcterms:created xsi:type="dcterms:W3CDTF">2026-05-21T14:46:11Z</dcterms:created>
  <dcterms:modified xsi:type="dcterms:W3CDTF">2026-05-21T15:14:54Z</dcterms:modified>
</cp:coreProperties>
</file>